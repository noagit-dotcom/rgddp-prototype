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4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1A6B3C">
              <a:alpha val="12000"/>
            </a:srgbClr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560320" cy="2560320"/>
          </a:xfrm>
          <a:prstGeom prst="ellipse">
            <a:avLst/>
          </a:prstGeom>
          <a:solidFill>
            <a:srgbClr val="2E8B57">
              <a:alpha val="20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1405" y="502920"/>
            <a:ext cx="2743200" cy="32918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04235" y="50292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GIZ / FAST HACKATHON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685800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Rwanda Gender Data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Discovery Portal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CAF7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RGDDP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EDDA"/>
                </a:solidFill>
              </a:rPr>
              <a:t>Making gender data visible, accessible, and actionable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D4EDDA"/>
                </a:solidFill>
              </a:rPr>
              <a:t>across all 30 Rwanda districts.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15240">
            <a:solidFill>
              <a:srgbClr val="4CA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CAF7D"/>
                </a:solidFill>
              </a:rPr>
              <a:t>Powered by Google Earth Engine  ·    ·  Cloud-native  ·  March 2026</a:t>
            </a:r>
            <a:endParaRPr lang="en-US" sz="1000" dirty="0"/>
          </a:p>
        </p:txBody>
      </p:sp>
      <p:pic>
        <p:nvPicPr>
          <p:cNvPr id="14" name="Picture 13" descr="giz-uganda-logo-png_seeklogo-5717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-302260"/>
            <a:ext cx="1939290" cy="19392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40055" y="1191260"/>
            <a:ext cx="8269605" cy="2933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 i="1">
                <a:latin typeface="Times New Roman" panose="02020603050405020304" charset="0"/>
                <a:cs typeface="Times New Roman" panose="02020603050405020304" charset="0"/>
              </a:rPr>
              <a:t>Claudine is a programme officer at a Rwandan women's rights CSO called Haguruka based in Kigali. Her organisation supports GBV survivors across Rwanda and is preparing a funding proposal to a European donor for a new Isange One Stop Centre in the Eastern Province. The donor's application form requires: the GBV incidence rate for the target districts, evidence of data coverage gaps, comparison with national averages, and a map showing spatial distribution of vulnerability.</a:t>
            </a:r>
            <a:endParaRPr lang="en-US" altLang="en-GB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 i="1">
                <a:latin typeface="Times New Roman" panose="02020603050405020304" charset="0"/>
                <a:cs typeface="Times New Roman" panose="02020603050405020304" charset="0"/>
              </a:rPr>
              <a:t>Claudine has no GIS software, no GIS training, and limited time. She has heard about RGDDP and opens it in her browser.</a:t>
            </a:r>
            <a:endParaRPr lang="en-US" altLang="en-GB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925570" y="69850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800">
                <a:solidFill>
                  <a:schemeClr val="accent5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Short story</a:t>
            </a:r>
            <a:endParaRPr lang="en-GB" altLang="en-US" sz="2800">
              <a:solidFill>
                <a:schemeClr val="accent5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468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62828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Rwanda's gender data exists — but it is invisible</a:t>
            </a:r>
            <a:endParaRPr lang="en-US" sz="22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28600" y="1298575"/>
            <a:ext cx="2743200" cy="28682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228600" y="1298448"/>
            <a:ext cx="274320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320040" y="1417320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320040" y="14173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" y="1389888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338328" y="1783080"/>
            <a:ext cx="25237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Fragmented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338328" y="2212848"/>
            <a:ext cx="2523744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Datasets from NISR, MIGEPROF, UNFPA, REB, and NGOs sit in incompatible formats across dozens of portals — no unified discovery layer.</a:t>
            </a:r>
            <a:endParaRPr lang="en-US" sz="1200" dirty="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3154680" y="1298575"/>
            <a:ext cx="2743200" cy="28682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3154680" y="1298448"/>
            <a:ext cx="274320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3246120" y="1417320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3246120" y="14173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5100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85032" y="1389888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3264408" y="1783080"/>
            <a:ext cx="25237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Invisible</a:t>
            </a:r>
            <a:endParaRPr lang="en-US" sz="16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3264408" y="2212848"/>
            <a:ext cx="2523744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No spatial view reveals which districts are data-poor, where GBV clusters, or how satellite-observable factors correlate with gender outcomes.</a:t>
            </a:r>
            <a:endParaRPr lang="en-US" sz="1200" dirty="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080760" y="1298575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6080760" y="1298448"/>
            <a:ext cx="27432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>
            <p:custDataLst>
              <p:tags r:id="rId15"/>
            </p:custDataLst>
          </p:nvPr>
        </p:nvSpPr>
        <p:spPr>
          <a:xfrm>
            <a:off x="6172200" y="1417320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172200" y="14173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11112" y="1389888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5" name="Text 23"/>
          <p:cNvSpPr/>
          <p:nvPr>
            <p:custDataLst>
              <p:tags r:id="rId17"/>
            </p:custDataLst>
          </p:nvPr>
        </p:nvSpPr>
        <p:spPr>
          <a:xfrm>
            <a:off x="6190488" y="1783080"/>
            <a:ext cx="25237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Unusable</a:t>
            </a:r>
            <a:endParaRPr lang="en-US" sz="1600" dirty="0"/>
          </a:p>
        </p:txBody>
      </p:sp>
      <p:sp>
        <p:nvSpPr>
          <p:cNvPr id="26" name="Text 24"/>
          <p:cNvSpPr/>
          <p:nvPr>
            <p:custDataLst>
              <p:tags r:id="rId18"/>
            </p:custDataLst>
          </p:nvPr>
        </p:nvSpPr>
        <p:spPr>
          <a:xfrm>
            <a:off x="6190488" y="2212848"/>
            <a:ext cx="2523744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Converting raw statistics into advocacy maps requires GIS expertise, licensed software, and days of work — far beyond most CSOs and journalists.</a:t>
            </a:r>
            <a:endParaRPr lang="en-US" sz="1200" dirty="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82880" y="4514977"/>
            <a:ext cx="868680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28" name="Text 26"/>
          <p:cNvSpPr/>
          <p:nvPr/>
        </p:nvSpPr>
        <p:spPr>
          <a:xfrm>
            <a:off x="182880" y="4514215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A CSO officer currently spends 3–5 working days to gather district gender evidence that RGDDP delivers in under 15 minutes.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95360" y="4391025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2 / 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4465" y="4823460"/>
            <a:ext cx="7863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GIZ / FAST · Gender Data Resource Discovery Hackathon · March 2026</a:t>
            </a:r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2377440" cy="32918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One portal. Every district. All the data.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" y="150876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EDDA"/>
                </a:solidFill>
              </a:rPr>
              <a:t>RGDDP is a cloud-native geospatial web app built on Google Earth Engine — free, browser-based,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D4EDDA"/>
                </a:solidFill>
              </a:rPr>
              <a:t>and satellite-enhanced. No installation. No licence. Accessible to anyone with a URL.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2377440"/>
            <a:ext cx="2011680" cy="2423160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5059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AF7D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816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3182112"/>
            <a:ext cx="1645920" cy="0"/>
          </a:xfrm>
          <a:prstGeom prst="line">
            <a:avLst/>
          </a:prstGeom>
          <a:noFill/>
          <a:ln w="19050">
            <a:solidFill>
              <a:srgbClr val="4CA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273552"/>
            <a:ext cx="18288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</a:rPr>
              <a:t>8 institutional data sources catalogued with access status, format &amp; GEE asset paths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2377440"/>
            <a:ext cx="2011680" cy="2423160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45059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AF7D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816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VISUALISE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14600" y="3182112"/>
            <a:ext cx="1645920" cy="0"/>
          </a:xfrm>
          <a:prstGeom prst="line">
            <a:avLst/>
          </a:prstGeom>
          <a:noFill/>
          <a:ln w="19050">
            <a:solidFill>
              <a:srgbClr val="4CAF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3273552"/>
            <a:ext cx="18288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</a:rPr>
              <a:t>7 gender indicator layers across all 30 districts fused with satellite imagery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377440"/>
            <a:ext cx="2011680" cy="2423160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45059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AF7D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816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ANALYSE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09160" y="3182112"/>
            <a:ext cx="1645920" cy="0"/>
          </a:xfrm>
          <a:prstGeom prst="line">
            <a:avLst/>
          </a:prstGeom>
          <a:noFill/>
          <a:ln w="19050">
            <a:solidFill>
              <a:srgbClr val="4CAF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273552"/>
            <a:ext cx="18288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</a:rPr>
              <a:t>Gender Vulnerability Index (GVI) ranks districts 0–1 across 6 weighted indicators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2377440"/>
            <a:ext cx="2011680" cy="2423160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45059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A825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2816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ACT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03720" y="3182112"/>
            <a:ext cx="1645920" cy="0"/>
          </a:xfrm>
          <a:prstGeom prst="line">
            <a:avLst/>
          </a:prstGeom>
          <a:noFill/>
          <a:ln w="1905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273552"/>
            <a:ext cx="18288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</a:rPr>
              <a:t>Export GeoTIFF maps, click-to-inspect districts, generate evidence briefs in minutes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3 / 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7863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GIZ / FAST · Gender Data Resource Discovery Hackathon ·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6B3C"/>
                </a:solidFill>
              </a:rPr>
              <a:t>HOW RGDDP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5-step user journey from open to insight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" y="1234440"/>
            <a:ext cx="822960" cy="8229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344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73352" y="1636776"/>
            <a:ext cx="2743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47672" y="1572768"/>
            <a:ext cx="54864" cy="12801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2402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01752" y="2651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Open 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" y="2999232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</a:rPr>
              <a:t>Browser-based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</a:rPr>
              <a:t>no install needed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1234440"/>
            <a:ext cx="822960" cy="8229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2344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410712" y="1636776"/>
            <a:ext cx="2743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1572768"/>
            <a:ext cx="54864" cy="12801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22402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39112" y="2651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Select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39112" y="2999232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</a:rPr>
              <a:t>GVI or any of 7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</a:rPr>
              <a:t>gender indicators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33672" y="1234440"/>
            <a:ext cx="822960" cy="82296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672" y="12344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148072" y="1636776"/>
            <a:ext cx="2743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22392" y="1572768"/>
            <a:ext cx="54864" cy="12801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22402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776472" y="2651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Click District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76472" y="2999232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</a:rPr>
              <a:t>Spatial query returns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</a:rPr>
              <a:t>exact district data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71032" y="1234440"/>
            <a:ext cx="822960" cy="8229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12344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885432" y="1636776"/>
            <a:ext cx="2743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9752" y="1572768"/>
            <a:ext cx="54864" cy="12801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22402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📂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513832" y="2651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Explore Catalogue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13832" y="2999232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</a:rPr>
              <a:t>Find 8 institutional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</a:rPr>
              <a:t>datasets + Gap Finder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08392" y="1234440"/>
            <a:ext cx="822960" cy="8229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08392" y="12344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296912" y="22402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⬇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251192" y="2651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Export &amp; Act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51192" y="2999232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</a:rPr>
              <a:t>GeoTIFF to Drive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</a:rPr>
              <a:t>for reports &amp; briefs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" y="3794760"/>
            <a:ext cx="8686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5760" y="38587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6B3C"/>
                </a:solidFill>
              </a:rPr>
              <a:t>KEY TECHNICAL FEATURES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11480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🛰  Satellite fusion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(Sentinel-2, NDVI, VIIRS, SRTM)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029968" y="4160520"/>
            <a:ext cx="0" cy="5943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03120" y="411480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🔍  Real spatial join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(FAO GAUL level-2 boundaries)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67328" y="4160520"/>
            <a:ext cx="0" cy="5943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411480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📊  Live GVI choropleth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(6 weighted indicators)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04688" y="4160520"/>
            <a:ext cx="0" cy="5943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411480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✕  Clear button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(one-click reset)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242048" y="4160520"/>
            <a:ext cx="0" cy="5943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0" y="411480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⬇  GeoTIFF export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(Google Drive, 1km res.)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4 / 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4892040"/>
            <a:ext cx="7863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GIZ / FAST · Gender Data Resource Discovery Hackathon ·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CAF7D"/>
                </a:solidFill>
              </a:rPr>
              <a:t>GENDER VULNERABILITY INDEX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One composite score. Thirty districts. Six dimensions.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5120640" cy="457200"/>
          </a:xfrm>
          <a:prstGeom prst="rect">
            <a:avLst/>
          </a:prstGeom>
          <a:solidFill>
            <a:srgbClr val="162A1E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4937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7D"/>
                </a:solidFill>
              </a:rPr>
              <a:t>GVI  =  0 (least vulnerable)  →  1 (most vulnerable)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1952"/>
            <a:ext cx="4754880" cy="201168"/>
          </a:xfrm>
          <a:prstGeom prst="rect">
            <a:avLst/>
          </a:prstGeom>
          <a:solidFill>
            <a:srgbClr val="162A1E"/>
          </a:solidFill>
          <a:ln w="12700">
            <a:solidFill>
              <a:srgbClr val="162A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901952"/>
            <a:ext cx="396240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28673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GBV Incidence 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828800"/>
            <a:ext cx="475488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828800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184708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High = bad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4754880" cy="201168"/>
          </a:xfrm>
          <a:prstGeom prst="rect">
            <a:avLst/>
          </a:prstGeom>
          <a:solidFill>
            <a:srgbClr val="162A1E"/>
          </a:solidFill>
          <a:ln w="12700">
            <a:solidFill>
              <a:srgbClr val="162A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95728"/>
            <a:ext cx="3169920" cy="20116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408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Girls' Secondary Enrolment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2322576"/>
            <a:ext cx="475488" cy="31089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322576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234086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High = good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89504"/>
            <a:ext cx="4754880" cy="201168"/>
          </a:xfrm>
          <a:prstGeom prst="rect">
            <a:avLst/>
          </a:prstGeom>
          <a:solidFill>
            <a:srgbClr val="162A1E"/>
          </a:solidFill>
          <a:ln w="12700">
            <a:solidFill>
              <a:srgbClr val="162A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89504"/>
            <a:ext cx="3169920" cy="20116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346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Female Land Ownership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816352"/>
            <a:ext cx="475488" cy="31089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816352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283464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High = good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383280"/>
            <a:ext cx="4754880" cy="201168"/>
          </a:xfrm>
          <a:prstGeom prst="rect">
            <a:avLst/>
          </a:prstGeom>
          <a:solidFill>
            <a:srgbClr val="162A1E"/>
          </a:solidFill>
          <a:ln w="12700">
            <a:solidFill>
              <a:srgbClr val="162A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383280"/>
            <a:ext cx="316992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9158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Maternal Mortality Ratio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3310128"/>
            <a:ext cx="475488" cy="31089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310128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332841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High = bad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877056"/>
            <a:ext cx="4754880" cy="201168"/>
          </a:xfrm>
          <a:prstGeom prst="rect">
            <a:avLst/>
          </a:prstGeom>
          <a:solidFill>
            <a:srgbClr val="162A1E"/>
          </a:solidFill>
          <a:ln w="12700">
            <a:solidFill>
              <a:srgbClr val="162A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877056"/>
            <a:ext cx="1584960" cy="20116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803777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Women in Leadership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0" y="3803904"/>
            <a:ext cx="475488" cy="31089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803904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77840" y="382219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High = good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370832"/>
            <a:ext cx="4754880" cy="201168"/>
          </a:xfrm>
          <a:prstGeom prst="rect">
            <a:avLst/>
          </a:prstGeom>
          <a:solidFill>
            <a:srgbClr val="162A1E"/>
          </a:solidFill>
          <a:ln w="12700">
            <a:solidFill>
              <a:srgbClr val="162A1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370832"/>
            <a:ext cx="792480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297553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Night-Time Lights Proxy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0" y="4297680"/>
            <a:ext cx="475488" cy="31089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4297680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77840" y="431596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132320" y="1097280"/>
            <a:ext cx="1828800" cy="3913632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1170432"/>
            <a:ext cx="168249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4CAF7D"/>
                </a:solidFill>
              </a:rPr>
              <a:t>VULNERABILITY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100" dirty="0">
                <a:solidFill>
                  <a:srgbClr val="4CAF7D"/>
                </a:solidFill>
              </a:rPr>
              <a:t>COLOUR SCALE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05472" y="1792224"/>
            <a:ext cx="1682496" cy="60350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19568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5E20"/>
                </a:solidFill>
              </a:rPr>
              <a:t>●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516368" y="195681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Low  0.0 – 0.33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205472" y="2542032"/>
            <a:ext cx="1682496" cy="603504"/>
          </a:xfrm>
          <a:prstGeom prst="rect">
            <a:avLst/>
          </a:prstGeom>
          <a:solidFill>
            <a:srgbClr val="4A28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270662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9A825"/>
                </a:solidFill>
              </a:rPr>
              <a:t>●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516368" y="270662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  0.34 – 0.65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05472" y="3291840"/>
            <a:ext cx="1682496" cy="603504"/>
          </a:xfrm>
          <a:prstGeom prst="rect">
            <a:avLst/>
          </a:prstGeom>
          <a:solidFill>
            <a:srgbClr val="4A0E0E"/>
          </a:solidFill>
          <a:ln w="12700">
            <a:solidFill>
              <a:srgbClr val="4A0E0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34564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62828"/>
                </a:solidFill>
              </a:rPr>
              <a:t>●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516368" y="345643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 0.66 – 1.0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5 / 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5760" y="4846320"/>
            <a:ext cx="7863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GIZ / FAST · Gender Data Resource Discovery Hackathon ·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6B3C"/>
                </a:solidFill>
              </a:rPr>
              <a:t>WHO BENEFITS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Four user groups. One platform. Zero GIS training required.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70432"/>
            <a:ext cx="109728" cy="16642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280160"/>
            <a:ext cx="548640" cy="548640"/>
          </a:xfrm>
          <a:prstGeom prst="ellipse">
            <a:avLst/>
          </a:prstGeom>
          <a:solidFill>
            <a:srgbClr val="1A6B3C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801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26187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CSO Programme Officer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645920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</a:rPr>
              <a:t>BEFORE  3–5 days contacting 5 ministries for district evidence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121408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</a:rPr>
              <a:t>AFTER    District evidence brief in 15 minutes, one browser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90872" y="117043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170432"/>
            <a:ext cx="109728" cy="16642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280160"/>
            <a:ext cx="548640" cy="548640"/>
          </a:xfrm>
          <a:prstGeom prst="ellipse">
            <a:avLst/>
          </a:prstGeom>
          <a:solidFill>
            <a:srgbClr val="2E8B57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801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59552" y="126187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Policy Researcher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59552" y="1645920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</a:rPr>
              <a:t>BEFORE  No spatial view of which districts are data-poor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59552" y="2121408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</a:rPr>
              <a:t>AFTER    Gap Finder reveals data coverage across all 30 districts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04495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044952"/>
            <a:ext cx="109728" cy="16642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3154680"/>
            <a:ext cx="548640" cy="548640"/>
          </a:xfrm>
          <a:prstGeom prst="ellipse">
            <a:avLst/>
          </a:prstGeom>
          <a:solidFill>
            <a:srgbClr val="E65100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1546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313639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 Journalist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520440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</a:rPr>
              <a:t>BEFORE  Cannot find publicly citable district-level GBV statistics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995928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</a:rPr>
              <a:t>AFTER    Access status badges confirm what is publicly citable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90872" y="304495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3044952"/>
            <a:ext cx="109728" cy="16642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3154680"/>
            <a:ext cx="548640" cy="548640"/>
          </a:xfrm>
          <a:prstGeom prst="ellipse">
            <a:avLst/>
          </a:prstGeom>
          <a:solidFill>
            <a:srgbClr val="C62828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1546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59552" y="313639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District Policymaker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59552" y="3520440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</a:rPr>
              <a:t>BEFORE  No single view comparing their district against national data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59552" y="3995928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</a:rPr>
              <a:t>AFTER    GVI score + 6-indicator profile on any smartphone browser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6 / 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7863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GIZ / FAST · Gender Data Resource Discovery Hackathon ·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9A825"/>
                </a:solidFill>
              </a:rPr>
              <a:t>IMPACT 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Numbers that tell the story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697480" cy="1572768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2697480" cy="10972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44168"/>
            <a:ext cx="247802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4CAF7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30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4780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DDA"/>
                </a:solidFill>
              </a:rPr>
              <a:t>Rwanda districts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DDA"/>
                </a:solidFill>
              </a:rPr>
              <a:t>mapped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1143000"/>
            <a:ext cx="2697480" cy="1572768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1143000"/>
            <a:ext cx="2697480" cy="10972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44168"/>
            <a:ext cx="247802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4CAF7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24780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DDA"/>
                </a:solidFill>
              </a:rPr>
              <a:t>Gender indicator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DDA"/>
                </a:solidFill>
              </a:rPr>
              <a:t>layers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08192" y="1143000"/>
            <a:ext cx="2697480" cy="1572768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08192" y="1143000"/>
            <a:ext cx="2697480" cy="1097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44168"/>
            <a:ext cx="247802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9A82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6217920" y="2148840"/>
            <a:ext cx="24780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DDA"/>
                </a:solidFill>
              </a:rPr>
              <a:t>Institutions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DDA"/>
                </a:solidFill>
              </a:rPr>
              <a:t>catalogued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971800"/>
            <a:ext cx="2697480" cy="1572768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971800"/>
            <a:ext cx="2697480" cy="1097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72968"/>
            <a:ext cx="247802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2E8B5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5800" dirty="0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24780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DDA"/>
                </a:solidFill>
              </a:rPr>
              <a:t>Satellite context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DDA"/>
                </a:solidFill>
              </a:rPr>
              <a:t>layers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82112" y="2971800"/>
            <a:ext cx="2697480" cy="1572768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82112" y="2971800"/>
            <a:ext cx="2697480" cy="1097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172968"/>
            <a:ext cx="247802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9A82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15 min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3291840" y="3977640"/>
            <a:ext cx="24780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DDA"/>
                </a:solidFill>
              </a:rPr>
              <a:t>Evidence brief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DDA"/>
                </a:solidFill>
              </a:rPr>
              <a:t>vs. 3–5 days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08192" y="2971800"/>
            <a:ext cx="2697480" cy="1572768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08192" y="2971800"/>
            <a:ext cx="2697480" cy="10972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172968"/>
            <a:ext cx="247802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4CAF7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</a:t>
            </a:r>
            <a:endParaRPr lang="en-US" sz="5800" dirty="0"/>
          </a:p>
        </p:txBody>
      </p:sp>
      <p:sp>
        <p:nvSpPr>
          <p:cNvPr id="28" name="Text 26"/>
          <p:cNvSpPr/>
          <p:nvPr/>
        </p:nvSpPr>
        <p:spPr>
          <a:xfrm>
            <a:off x="6217920" y="3977640"/>
            <a:ext cx="24780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DDA"/>
                </a:solidFill>
              </a:rPr>
              <a:t>Cost · servers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DDA"/>
                </a:solidFill>
              </a:rPr>
              <a:t>or licences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7 / 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7863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GIZ / FAST · Gender Data Resource Discovery Hackathon ·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371600"/>
            <a:ext cx="5943600" cy="5943600"/>
          </a:xfrm>
          <a:prstGeom prst="ellipse">
            <a:avLst/>
          </a:prstGeom>
          <a:solidFill>
            <a:srgbClr val="1A6B3C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548640"/>
            <a:ext cx="4114800" cy="4114800"/>
          </a:xfrm>
          <a:prstGeom prst="ellipse">
            <a:avLst/>
          </a:prstGeom>
          <a:solidFill>
            <a:srgbClr val="2E8B57">
              <a:alpha val="1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320040"/>
            <a:ext cx="219456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2004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TAKE ACTION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"Where satellites meet statistics,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advocacy becomes undeniable."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0" y="2468880"/>
            <a:ext cx="5486400" cy="0"/>
          </a:xfrm>
          <a:prstGeom prst="line">
            <a:avLst/>
          </a:prstGeom>
          <a:noFill/>
          <a:ln w="15240">
            <a:solidFill>
              <a:srgbClr val="4CAF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651760"/>
            <a:ext cx="2606040" cy="1664208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69748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78408" y="272491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AF7D"/>
                </a:solidFill>
              </a:rPr>
              <a:t>Step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127248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</a:rPr>
              <a:t>Open code.earthengine.google.com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</a:rPr>
              <a:t>Paste RGDDP_GEE_App_v1_3.js → Run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2651760"/>
            <a:ext cx="2606040" cy="1664208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269748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13048" y="272491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AF7D"/>
                </a:solidFill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4408" y="3127248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</a:rPr>
              <a:t>Apps → Manage Apps → New 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</a:rPr>
              <a:t>Publish public URL instantly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2651760"/>
            <a:ext cx="2606040" cy="1664208"/>
          </a:xfrm>
          <a:prstGeom prst="rect">
            <a:avLst/>
          </a:prstGeom>
          <a:solidFill>
            <a:srgbClr val="162A1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269748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47688" y="272491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AF7D"/>
                </a:solidFill>
              </a:rPr>
              <a:t>Step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9048" y="3127248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</a:rPr>
              <a:t>Register at forms.gle/cXbprfqrQJCkjrWs9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</a:rPr>
              <a:t>Submit for hackathon judging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480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7D"/>
                </a:solidFill>
              </a:rPr>
              <a:t>GIZ / FAST Program  ·  Gender Data Resource Discovery Hackathon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754880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19–20 March 2026  ·  GIZ Digital Technical Center, Kigali, Rwanda  ·  Prize Ceremony: 23 March 2026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2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3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4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5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6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7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8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9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10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11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12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13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14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15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16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17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ags/tag18.xml><?xml version="1.0" encoding="utf-8"?>
<p:tagLst xmlns:p="http://schemas.openxmlformats.org/presentationml/2006/main">
  <p:tag name="KSO_WM_DIAGRAM_VIRTUALLY_FRAME" val="{&quot;height&quot;:266.4,&quot;left&quot;:18,&quot;top&quot;:102.24,&quot;width&quot;:676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4758</Words>
  <Application>WPS Presentation</Application>
  <PresentationFormat>On-screen Show (16:9)</PresentationFormat>
  <Paragraphs>326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Georgia</vt:lpstr>
      <vt:lpstr>Georgia</vt:lpstr>
      <vt:lpstr>Georgia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Rwanda Gender Data Discovery Portal</dc:title>
  <dc:creator>GIS &amp; Remote Sensing Engineer</dc:creator>
  <dc:subject>GIZ / FAST Hackathon 2026</dc:subject>
  <cp:lastModifiedBy>USER</cp:lastModifiedBy>
  <cp:revision>3</cp:revision>
  <dcterms:created xsi:type="dcterms:W3CDTF">2026-03-20T10:15:00Z</dcterms:created>
  <dcterms:modified xsi:type="dcterms:W3CDTF">2026-03-24T13:21:23Z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A3DA011253A5450DB4A96BEF7A7C6ADD_12</vt:lpwstr>
  </property>
  <property fmtid="{D5CDD505-2E9C-101B-9397-08002B2CF9AE}" pid="3" name="KSOProductBuildVer">
    <vt:lpwstr>2057-12.2.0.23196</vt:lpwstr>
  </property>
</Properties>
</file>